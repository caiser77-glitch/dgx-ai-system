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분석 리포트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DGX 자동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원문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채팅 열기          Cti + &lt;Alt&gt; + |</a:t>
            </a:r>
          </a:p>
          <a:p>
            <a:r>
              <a:t>모든 명령 표시      Ctl + Shift + P</a:t>
            </a:r>
          </a:p>
          <a:p>
            <a:r>
              <a:t>설정 열기            Cri + ,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문서는 키보드 단축키를 설명하는 사용자 인터페이스 가이드입니다.</a:t>
            </a:r>
          </a:p>
          <a:p/>
          <a:p>
            <a:r>
              <a:t>[문서 유형]</a:t>
            </a:r>
          </a:p>
          <a:p>
            <a:r>
              <a:t>- 키보드 단축키 안내 문서</a:t>
            </a:r>
          </a:p>
          <a:p/>
          <a:p>
            <a:r>
              <a:t>[보정된 핵심 내용]</a:t>
            </a:r>
          </a:p>
          <a:p>
            <a:r>
              <a:t>- 채팅 열기: Ctl + Alt + |</a:t>
            </a:r>
          </a:p>
          <a:p>
            <a:r>
              <a:t>- 모든 명령 표시: Ctrl + Shift + P</a:t>
            </a:r>
          </a:p>
          <a:p>
            <a:r>
              <a:t>- 설정 열기: Ctrl +</a:t>
            </a:r>
          </a:p>
          <a:p/>
          <a:p>
            <a:r>
              <a:t>[핵심 요약]</a:t>
            </a:r>
          </a:p>
          <a:p>
            <a:r>
              <a:t>1. 사용자가 빠르게 작업할 수 있도록 주요 기능에 대한 키보드 단축키를 제공합니다.</a:t>
            </a:r>
          </a:p>
          <a:p>
            <a:r>
              <a:t>2. 각 단축키는 특정 환경에서 유용하게 활용될 수 있습니다.</a:t>
            </a:r>
          </a:p>
          <a:p/>
          <a:p>
            <a:r>
              <a:t>[상세 분석]</a:t>
            </a:r>
          </a:p>
          <a:p>
            <a:r>
              <a:t>이 문서는 사용자에게 편리한 작업 수행을 위한 기본적인 단축키를 안내하고 있습니다. 특히, 채팅 열기(Ctl + Alt + |), 모든 명령 표시(Ctrl + Shift + P) 및 설정 열기(Ctrl + ,)와 같은 중요한 기능에 대한 단축키가 포함되어 있어 사용자의 작업 효율을 높일 수 있도록 도움을 줍니다.</a:t>
            </a:r>
          </a:p>
          <a:p/>
          <a:p>
            <a:r>
              <a:t>[실행할 작업]</a:t>
            </a:r>
          </a:p>
          <a:p>
            <a:r>
              <a:t>1. 사용자가 키보드 단축키를 효과적으로 활용하도록 교육 자료를 제작합니다.</a:t>
            </a:r>
          </a:p>
          <a:p>
            <a:r>
              <a:t>2. 문서에서 언급된 각 단축키의 기능에 대한 추가 정보를 제공하여 사용자의 이해도를 높입니다.</a:t>
            </a:r>
          </a:p>
          <a:p>
            <a:r>
              <a:t>3. 사용자 피드백을 바탕으로 추가적인 키보드 단축키 안내를 포함하는 업데이트 버전을 제작합니다.</a:t>
            </a:r>
          </a:p>
          <a:p/>
          <a:p>
            <a:r>
              <a:t>[주의할 점]</a:t>
            </a:r>
          </a:p>
          <a:p>
            <a:r>
              <a:t>- 원문에서 'Ctl'은 'Ctrl'로 수정되어야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