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OCR + AI 분석 리포트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DGX OCR + AI 자동 분석 리포트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OCR 원문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채팅 열기          Cti + &lt;Alt&gt; + |</a:t>
            </a:r>
          </a:p>
          <a:p>
            <a:r>
              <a:t>모든 명령 표시      Ctl + Shift + P</a:t>
            </a:r>
          </a:p>
          <a:p>
            <a:r>
              <a:t>설정 열기            Cri + ,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분석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물론입니다. 하지만 제공된 OCR 결과는 업무용 PPT 리포트와 관련성이 떨어집니다. 대신 이 정보를 기반으로 가장 유사한 형태의 리포트를 생성하겠습니다.</a:t>
            </a:r>
          </a:p>
          <a:p/>
          <a:p>
            <a:r>
              <a:t>### 제목: </a:t>
            </a:r>
          </a:p>
          <a:p>
            <a:r>
              <a:t>디지털 환경에서의 생산성 향상 전략</a:t>
            </a:r>
          </a:p>
          <a:p/>
          <a:p>
            <a:r>
              <a:t>### 핵심 요약:</a:t>
            </a:r>
          </a:p>
          <a:p>
            <a:r>
              <a:t>1. **빠른 액세스:** 특정 단축키 조합을 사용하여 빠르게 채팅 창, 모든 명령 표시 및 설정 메뉴에 접근할 수 있습니다.</a:t>
            </a:r>
          </a:p>
          <a:p>
            <a:r>
              <a:t>2. **효율성 증가:** 제공된 단축키를 이용하면 작업 환경에서의 불필요한 시간 소모를 줄이고 생산성을 향상시킬 수 있습니다.</a:t>
            </a:r>
          </a:p>
          <a:p>
            <a:r>
              <a:t>3. **사용자 맞춤형 설정:** 개별 사용자가 원하는 방식으로 자신의 디지털 환경을 조정하여 최적화된 사용 경험을 제공합니다.</a:t>
            </a:r>
          </a:p>
          <a:p/>
          <a:p>
            <a:r>
              <a:t>### 상세 분석:</a:t>
            </a:r>
          </a:p>
          <a:p>
            <a:r>
              <a:t>제공된 OCR 결과는 주로 디지털 환경에서 생산성을 향상시키는 데 도움이 되는 단축키들에 대한 정보입니다. 이 단축키들은 다음과 같은 기능들을 활성화할 수 있습니다:</a:t>
            </a:r>
          </a:p>
          <a:p/>
          <a:p>
            <a:r>
              <a:t>1. **채팅 창 열기 (Cti + &lt;Alt&gt; + |)**: 이 단축키는 채팅 기능을 즉시 실행하여 팀 내 소통과 협업을 용이하게 합니다.</a:t>
            </a:r>
          </a:p>
          <a:p>
            <a:r>
              <a:t>2. **모든 명령 표시 (Ctl + Shift + P)**: 사용자가 프로그램에서 제공하는 모든 명령을 한 눈에 볼 수 있도록 도와주는 단축키로, 빠르게 작업 환경을 최적화하는데 매우 유용합니다.</a:t>
            </a:r>
          </a:p>
          <a:p>
            <a:r>
              <a:t>3. **설정 열기 (Cri + ,)**: 이 단축키는 사용자의 개별 설정을 조정하거나 업데이트하는 데 필요한 기능들을 쉽게 접근할 수 있게 합니다.</a:t>
            </a:r>
          </a:p>
          <a:p/>
          <a:p>
            <a:r>
              <a:t>이러한 기술 활용은 사용자 경험을 크게 향상시키며, 시간과 노력을 절약하여 생산성을 개선합니다. 특히 팀 환경에서는 이러한 단축키들이 소통의 효율성을 증가시켜 협업 능력도 강화하게 됩니다.</a:t>
            </a:r>
          </a:p>
          <a:p/>
          <a:p>
            <a:r>
              <a:t>### 사용자가 해야 할 다음 행동:</a:t>
            </a:r>
          </a:p>
          <a:p>
            <a:r>
              <a:t>1. **단축키 익히기:** 제공된 단축키들을 꾸준히 활용하여 일상 작업에 익숙해지세요.</a:t>
            </a:r>
          </a:p>
          <a:p>
            <a:r>
              <a:t>2. **개인 설정 최적화:** 자신의 업무 환경을 개선하기 위해 설정 메뉴를 이용하여 개인 맞춤형 환경을 만들어 보세요.</a:t>
            </a:r>
          </a:p>
          <a:p>
            <a:r>
              <a:t>3. **팀 내 공유:** 이러한 생산성 향상을 위한 단축키와 설정 방법들을 동료들과 공유하고, 함께 협업 능력을 향상시키는 데 사용하세요.</a:t>
            </a:r>
          </a:p>
          <a:p/>
          <a:p>
            <a:r>
              <a:t>이 리포트는 제공된 정보에서 가장 유사한 형태의 업무용 PPT 리포트를 생성하려고 노력하였습니다. 실제 업무 환경에서는 보다 구체적인 데이터나 상황에 맞춘 내용이 필요할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작업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OCR 결과 확인</a:t>
            </a:r>
          </a:p>
          <a:p>
            <a:r>
              <a:t>2. AI 분석 내용 검토</a:t>
            </a:r>
          </a:p>
          <a:p>
            <a:r>
              <a:t>3. 필요 시 원본 이미지 품질 개선</a:t>
            </a:r>
          </a:p>
          <a:p>
            <a:r>
              <a:t>4. 최종 리포트 저장 및 공유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