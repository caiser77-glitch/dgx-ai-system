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DGX 자동 생성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Python으로 생성한 테스트 프레젠테이션입니다.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